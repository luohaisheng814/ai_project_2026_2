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90770-12D4-DE9D-5566-6B853AFB1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629796-046F-F6AF-E3BB-47686551E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60CD2-B776-AE97-183B-17C06594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7F37AB-87C0-81C7-2BCF-4D1EF7EE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437B1-DF45-C6D4-F158-625EF661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885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F198B-70D2-18C9-8856-E71CE7F9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0676E-0AB4-7B79-A111-06E372F2B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F8322A-0F7D-0DF8-AC22-8A4CDB1C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E645C-5424-BF56-A2C4-33F9E5BE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B64267-4422-051E-D73B-0631E451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86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E5429-740F-1F80-D619-7ED2D8A6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22DA8D-9403-EA81-4B5C-3BEAF87C0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5B2D9C-CD69-5111-70C7-03878CC7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316BD4-C51B-4183-E535-2568F61C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313DE-B676-E790-0D93-57B06337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33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55D80-FA6D-33E0-6A1E-F8D2FD79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7B171-B7D9-D047-4BE4-178710EE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922F5F-9970-1BFA-A08C-04133F25F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8865EE-7F5D-B6FA-B34B-D0D7AC1F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AA8F9E-FC1E-A441-FFC8-012A426A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3D11A4-E1C3-D237-89A6-F257D149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02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BFA63-4620-7E7F-56D2-5CCAD875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4319C-F64B-9833-9D58-CD8AACEF1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D839C5-D2CE-3164-6378-B14408C6E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CC55CB-554F-AE3D-21FA-A89C595A4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F26BAE-3105-4C81-1090-8ABD5EA67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BFAB6-47EC-AE48-BECB-948DDB19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C39C05-1124-0726-7937-C83527E55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302858-BA5E-37A4-D6D7-4F7E1E23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05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E9465-C4CF-58DB-983F-5FC9845A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B677B0-D454-710E-BBC8-C1748B6F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378AEC-E358-2DA9-EB23-54AE3E7C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41D097-2A8D-2BF8-2F7F-E65D6F88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78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DFF430-CDB5-BFA3-302B-DF84FE2C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D06890-1191-0A2E-2C2B-CA92688F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F45A5C-21A9-CA69-030C-CD8171E0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42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0771E-1EA5-50FE-68AE-728D987A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8850F7-3A5F-47E5-A2C3-05413B5B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724F5F-A942-799C-8509-F81B19143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17841C-3FAB-290D-4135-EB102DBF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6F6A80-69CA-D186-B37A-34065362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17CFE-EF39-DA84-BAE4-5CAE0113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09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7F9F3-6DDF-6675-8764-5B42D5F1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DB83F8-253A-B895-E77A-963BA173CA2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1BCA54-2BEF-257B-CA79-1FE1172DC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22DAFB-3A14-D8EB-A84C-178FC12C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29A4B-EED8-EFA2-C0FD-272D76B6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F8AD6E-DADF-F86F-9D92-D3EEC242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7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28F18-9602-7A5A-8304-2F4D11A0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FBFB7C-2C47-0BCF-1AD0-77EE53E22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C958E-1C1C-EEBE-F45A-441BC2F1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80149-F3CF-848A-B6F7-7AC10DBD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ADF84-A8A2-569E-EB85-F2EAFADE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2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A8FB75-0E5F-E07A-3572-86B6E7746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1B7590-1EF2-39FB-6C5D-7344EDA67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27F52-518D-55D3-14E4-0F43DE8C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EB0813-7A4E-023E-E0DB-5382A8C7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2B674-9D63-BF3C-224F-74C7442C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7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E3E416-58B0-F413-FF49-A13AA657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B61DA-4B46-9F00-D0E6-9003A95B7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31F99-27B0-EC24-4625-2041A5EF2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A42BA-6675-4125-AC9E-3D6D2FF2251F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3B522-C018-DE36-5574-697BB83FA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3D1359-349D-1139-C8A2-3991834F2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94E45-C08D-497E-9A81-B7E368F06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41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AB15C-3F57-5A04-A388-771F0077C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7058"/>
            <a:ext cx="9144000" cy="3890963"/>
          </a:xfrm>
        </p:spPr>
        <p:txBody>
          <a:bodyPr>
            <a:normAutofit fontScale="90000"/>
          </a:bodyPr>
          <a:lstStyle/>
          <a:p>
            <a:r>
              <a:rPr lang="zh-CN" altLang="zh-CN" b="1" dirty="0"/>
              <a:t>釜山文旅与设施智能问答系统</a:t>
            </a:r>
            <a:br>
              <a:rPr lang="zh-CN" altLang="zh-CN" dirty="0"/>
            </a:br>
            <a:br>
              <a:rPr lang="zh-CN" altLang="zh-CN" dirty="0"/>
            </a:br>
            <a:r>
              <a:rPr lang="zh-CN" altLang="zh-CN" b="1" dirty="0"/>
              <a:t>부산 문화</a:t>
            </a:r>
            <a:r>
              <a:rPr lang="en-US" altLang="zh-CN" b="1" dirty="0"/>
              <a:t>·</a:t>
            </a:r>
            <a:r>
              <a:rPr lang="zh-CN" altLang="zh-CN" b="1" dirty="0"/>
              <a:t>관광</a:t>
            </a:r>
            <a:r>
              <a:rPr lang="en-US" altLang="zh-CN" b="1" dirty="0"/>
              <a:t>·</a:t>
            </a:r>
            <a:r>
              <a:rPr lang="zh-CN" altLang="zh-CN" b="1" dirty="0"/>
              <a:t>시설 지능형 질의응답 시스템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8091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19BD80E-B186-584F-0785-5B228F8F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957943"/>
            <a:ext cx="10515600" cy="4550229"/>
          </a:xfrm>
        </p:spPr>
        <p:txBody>
          <a:bodyPr>
            <a:normAutofit/>
          </a:bodyPr>
          <a:lstStyle/>
          <a:p>
            <a:r>
              <a:rPr lang="zh-CN" altLang="zh-CN" b="1" dirty="0"/>
              <a:t>项目阶段报告：从基础问答到行为预测与数据服务</a:t>
            </a:r>
            <a:br>
              <a:rPr lang="zh-CN" altLang="zh-CN" dirty="0"/>
            </a:br>
            <a:br>
              <a:rPr lang="en-US" altLang="zh-CN" dirty="0"/>
            </a:br>
            <a:r>
              <a:rPr lang="zh-CN" altLang="zh-CN" b="1" dirty="0"/>
              <a:t>프로젝트 단계별 보고서</a:t>
            </a:r>
            <a:r>
              <a:rPr lang="en-US" altLang="zh-CN" b="1" dirty="0"/>
              <a:t>: </a:t>
            </a:r>
            <a:r>
              <a:rPr lang="zh-CN" altLang="zh-CN" b="1" dirty="0"/>
              <a:t>기본 질의응답에서 행동 예측 및 데이터 서비스까지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724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63F094-06D1-1B1E-933C-4D6B7CBF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143"/>
            <a:ext cx="10515600" cy="1621971"/>
          </a:xfrm>
        </p:spPr>
        <p:txBody>
          <a:bodyPr>
            <a:normAutofit fontScale="90000"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zh-CN" altLang="zh-CN" b="1" dirty="0"/>
              <a:t>项目背景与当前已完成步骤 </a:t>
            </a:r>
            <a:br>
              <a:rPr lang="zh-CN" altLang="zh-CN" dirty="0"/>
            </a:br>
            <a:r>
              <a:rPr lang="en-US" altLang="zh-CN" b="1" dirty="0"/>
              <a:t>1.</a:t>
            </a:r>
            <a:r>
              <a:rPr lang="zh-CN" altLang="zh-CN" b="1" dirty="0"/>
              <a:t>프로젝트 배경 및 현재까지 완료된 단계 </a:t>
            </a:r>
            <a:br>
              <a:rPr lang="zh-CN" altLang="zh-CN" dirty="0"/>
            </a:b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E8BCC7-22B9-66D4-233B-C5077787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0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zh-CN" b="1" dirty="0"/>
              <a:t>一、项目背景</a:t>
            </a:r>
            <a:r>
              <a:rPr lang="en-US" altLang="zh-CN" b="1" dirty="0"/>
              <a:t> 1. </a:t>
            </a:r>
            <a:r>
              <a:rPr lang="zh-CN" altLang="zh-CN" b="1" dirty="0"/>
              <a:t>프로젝트 배경</a:t>
            </a:r>
            <a:r>
              <a:rPr lang="en-US" altLang="zh-CN" b="1" dirty="0"/>
              <a:t> 1. Project Background</a:t>
            </a:r>
            <a:endParaRPr lang="zh-CN" altLang="zh-CN" dirty="0"/>
          </a:p>
          <a:p>
            <a:r>
              <a:rPr lang="zh-CN" altLang="zh-CN" dirty="0"/>
              <a:t>本项目旨在为赴韩游客及本地居民提供一套关于釜山公共设施（银行、政府机关、文旅景点）的智能问答系统。系统基于本地知识库与大模型</a:t>
            </a:r>
            <a:r>
              <a:rPr lang="en-US" altLang="zh-CN" dirty="0"/>
              <a:t> API </a:t>
            </a:r>
            <a:r>
              <a:rPr lang="zh-CN" altLang="zh-CN" dirty="0"/>
              <a:t>构建，确保回答的准确性和专业性，避免</a:t>
            </a:r>
            <a:r>
              <a:rPr lang="en-US" altLang="zh-CN" dirty="0"/>
              <a:t> AI </a:t>
            </a:r>
            <a:r>
              <a:rPr lang="zh-CN" altLang="zh-CN" dirty="0"/>
              <a:t>凭空编造</a:t>
            </a:r>
          </a:p>
          <a:p>
            <a:r>
              <a:rPr lang="zh-CN" altLang="zh-CN" dirty="0"/>
              <a:t>본 프로젝트는 한국을 방문하는 관광객 및 지역 주민들에게 부산의 공공 시설</a:t>
            </a:r>
            <a:r>
              <a:rPr lang="en-US" altLang="zh-CN" dirty="0"/>
              <a:t>(</a:t>
            </a:r>
            <a:r>
              <a:rPr lang="zh-CN" altLang="zh-CN" dirty="0"/>
              <a:t>은행</a:t>
            </a:r>
            <a:r>
              <a:rPr lang="en-US" altLang="zh-CN" dirty="0"/>
              <a:t>, </a:t>
            </a:r>
            <a:r>
              <a:rPr lang="zh-CN" altLang="zh-CN" dirty="0"/>
              <a:t>정부 기관</a:t>
            </a:r>
            <a:r>
              <a:rPr lang="en-US" altLang="zh-CN" dirty="0"/>
              <a:t>, </a:t>
            </a:r>
            <a:r>
              <a:rPr lang="zh-CN" altLang="zh-CN" dirty="0"/>
              <a:t>문화 관광 명소</a:t>
            </a:r>
            <a:r>
              <a:rPr lang="en-US" altLang="zh-CN" dirty="0"/>
              <a:t>)</a:t>
            </a:r>
            <a:r>
              <a:rPr lang="zh-CN" altLang="zh-CN" dirty="0"/>
              <a:t>에 대한 지능형</a:t>
            </a:r>
            <a:r>
              <a:rPr lang="en-US" altLang="zh-CN" dirty="0"/>
              <a:t> Q&amp;A </a:t>
            </a:r>
            <a:r>
              <a:rPr lang="zh-CN" altLang="zh-CN" dirty="0"/>
              <a:t>시스템을 제공하는 것을 목적으로 합니다</a:t>
            </a:r>
            <a:r>
              <a:rPr lang="en-US" altLang="zh-CN" dirty="0"/>
              <a:t>. </a:t>
            </a:r>
            <a:r>
              <a:rPr lang="zh-CN" altLang="zh-CN" dirty="0"/>
              <a:t>시스템은 로컬 지식 베이스와 대형 모델</a:t>
            </a:r>
            <a:r>
              <a:rPr lang="en-US" altLang="zh-CN" dirty="0"/>
              <a:t> API</a:t>
            </a:r>
            <a:r>
              <a:rPr lang="zh-CN" altLang="zh-CN" dirty="0"/>
              <a:t>를 기반으로 구축되어 답변의 정확성과 전문성을 보장하고</a:t>
            </a:r>
            <a:r>
              <a:rPr lang="en-US" altLang="zh-CN" dirty="0"/>
              <a:t> AI</a:t>
            </a:r>
            <a:r>
              <a:rPr lang="zh-CN" altLang="zh-CN" dirty="0"/>
              <a:t>의 환각 현상을 방지합니다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431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48DDA-C132-4B92-A731-8BA29831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二、当前已完成的核心步骤 </a:t>
            </a:r>
            <a:br>
              <a:rPr lang="zh-CN" altLang="zh-CN" dirty="0"/>
            </a:br>
            <a:r>
              <a:rPr lang="en-US" altLang="zh-CN" b="1" dirty="0"/>
              <a:t>2. </a:t>
            </a:r>
            <a:r>
              <a:rPr lang="zh-CN" altLang="zh-CN" b="1" dirty="0"/>
              <a:t>현재까지 완료된 핵심 단계 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DB85FB-E74D-15BA-21AB-28EDF3982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第一步：环境搭建</a:t>
            </a:r>
            <a:r>
              <a:rPr lang="en-US" altLang="zh-CN" dirty="0"/>
              <a:t> | </a:t>
            </a:r>
            <a:r>
              <a:rPr lang="zh-CN" altLang="zh-CN" dirty="0"/>
              <a:t>在</a:t>
            </a:r>
            <a:r>
              <a:rPr lang="en-US" altLang="zh-CN" dirty="0"/>
              <a:t> VS Code </a:t>
            </a:r>
            <a:r>
              <a:rPr lang="zh-CN" altLang="zh-CN" dirty="0"/>
              <a:t>中建立项目结构，配置</a:t>
            </a:r>
            <a:r>
              <a:rPr lang="en-US" altLang="zh-CN" dirty="0"/>
              <a:t> .env </a:t>
            </a:r>
            <a:r>
              <a:rPr lang="zh-CN" altLang="zh-CN" dirty="0"/>
              <a:t>文件对接阿里云百炼（</a:t>
            </a:r>
            <a:r>
              <a:rPr lang="en-US" altLang="zh-CN" dirty="0" err="1"/>
              <a:t>DashScope</a:t>
            </a:r>
            <a:r>
              <a:rPr lang="zh-CN" altLang="zh-CN" dirty="0"/>
              <a:t>）大模型</a:t>
            </a:r>
            <a:r>
              <a:rPr lang="en-US" altLang="zh-CN" dirty="0"/>
              <a:t> API</a:t>
            </a:r>
            <a:r>
              <a:rPr lang="zh-CN" altLang="zh-CN" dirty="0"/>
              <a:t>，安装</a:t>
            </a:r>
            <a:r>
              <a:rPr lang="en-US" altLang="zh-CN" dirty="0"/>
              <a:t> </a:t>
            </a:r>
            <a:r>
              <a:rPr lang="en-US" altLang="zh-CN" dirty="0" err="1"/>
              <a:t>openai</a:t>
            </a:r>
            <a:r>
              <a:rPr lang="zh-CN" altLang="zh-CN" dirty="0"/>
              <a:t>、</a:t>
            </a:r>
            <a:r>
              <a:rPr lang="en-US" altLang="zh-CN" dirty="0"/>
              <a:t>python-</a:t>
            </a:r>
            <a:r>
              <a:rPr lang="en-US" altLang="zh-CN" dirty="0" err="1"/>
              <a:t>dotenv</a:t>
            </a:r>
            <a:r>
              <a:rPr lang="en-US" altLang="zh-CN" dirty="0"/>
              <a:t> </a:t>
            </a:r>
            <a:r>
              <a:rPr lang="zh-CN" altLang="zh-CN" dirty="0"/>
              <a:t>等依赖。 </a:t>
            </a:r>
            <a:r>
              <a:rPr lang="en-US" altLang="zh-CN" dirty="0"/>
              <a:t>| ✅ </a:t>
            </a:r>
            <a:r>
              <a:rPr lang="zh-CN" altLang="zh-CN" dirty="0"/>
              <a:t>已完成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1</a:t>
            </a:r>
            <a:r>
              <a:rPr lang="zh-CN" altLang="zh-CN" dirty="0"/>
              <a:t>단계</a:t>
            </a:r>
            <a:r>
              <a:rPr lang="en-US" altLang="zh-CN" dirty="0"/>
              <a:t>: </a:t>
            </a:r>
            <a:r>
              <a:rPr lang="zh-CN" altLang="zh-CN" dirty="0"/>
              <a:t>환경 구축</a:t>
            </a:r>
            <a:r>
              <a:rPr lang="en-US" altLang="zh-CN" dirty="0"/>
              <a:t> | VS Code</a:t>
            </a:r>
            <a:r>
              <a:rPr lang="zh-CN" altLang="zh-CN" dirty="0"/>
              <a:t>에서 프로젝트 구조를 설정하고</a:t>
            </a:r>
            <a:r>
              <a:rPr lang="en-US" altLang="zh-CN" dirty="0"/>
              <a:t>, .env </a:t>
            </a:r>
            <a:r>
              <a:rPr lang="zh-CN" altLang="zh-CN" dirty="0"/>
              <a:t>파일을 구성하여 알리바바 클라우드 바이리앤</a:t>
            </a:r>
            <a:r>
              <a:rPr lang="en-US" altLang="zh-CN" dirty="0"/>
              <a:t>(</a:t>
            </a:r>
            <a:r>
              <a:rPr lang="en-US" altLang="zh-CN" dirty="0" err="1"/>
              <a:t>DashScope</a:t>
            </a:r>
            <a:r>
              <a:rPr lang="en-US" altLang="zh-CN" dirty="0"/>
              <a:t>) </a:t>
            </a:r>
            <a:r>
              <a:rPr lang="zh-CN" altLang="zh-CN" dirty="0"/>
              <a:t>대형 모델</a:t>
            </a:r>
            <a:r>
              <a:rPr lang="en-US" altLang="zh-CN" dirty="0"/>
              <a:t> API</a:t>
            </a:r>
            <a:r>
              <a:rPr lang="zh-CN" altLang="zh-CN" dirty="0"/>
              <a:t>와 연결하며</a:t>
            </a:r>
            <a:r>
              <a:rPr lang="en-US" altLang="zh-CN" dirty="0"/>
              <a:t>, </a:t>
            </a:r>
            <a:r>
              <a:rPr lang="en-US" altLang="zh-CN" dirty="0" err="1"/>
              <a:t>openai</a:t>
            </a:r>
            <a:r>
              <a:rPr lang="en-US" altLang="zh-CN" dirty="0"/>
              <a:t>, python-</a:t>
            </a:r>
            <a:r>
              <a:rPr lang="en-US" altLang="zh-CN" dirty="0" err="1"/>
              <a:t>dotenv</a:t>
            </a:r>
            <a:r>
              <a:rPr lang="en-US" altLang="zh-CN" dirty="0"/>
              <a:t> </a:t>
            </a:r>
            <a:r>
              <a:rPr lang="zh-CN" altLang="zh-CN" dirty="0"/>
              <a:t>등의 종속성을 설치했습니다</a:t>
            </a:r>
            <a:r>
              <a:rPr lang="en-US" altLang="zh-CN" dirty="0"/>
              <a:t>. | ✅ </a:t>
            </a:r>
            <a:r>
              <a:rPr lang="zh-CN" altLang="zh-CN" dirty="0"/>
              <a:t>완료</a:t>
            </a:r>
            <a:r>
              <a:rPr lang="en-US" altLang="zh-CN" dirty="0"/>
              <a:t> |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80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FC3E0D-00E6-5505-44ED-655AB2D7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286"/>
            <a:ext cx="10515600" cy="6013677"/>
          </a:xfrm>
        </p:spPr>
        <p:txBody>
          <a:bodyPr/>
          <a:lstStyle/>
          <a:p>
            <a:r>
              <a:rPr lang="en-US" altLang="zh-CN" dirty="0"/>
              <a:t>| </a:t>
            </a:r>
            <a:r>
              <a:rPr lang="zh-CN" altLang="zh-CN" dirty="0"/>
              <a:t>第二步：知识库构建</a:t>
            </a:r>
            <a:r>
              <a:rPr lang="en-US" altLang="zh-CN" dirty="0"/>
              <a:t> | </a:t>
            </a:r>
            <a:r>
              <a:rPr lang="zh-CN" altLang="zh-CN" dirty="0"/>
              <a:t>编写</a:t>
            </a:r>
            <a:r>
              <a:rPr lang="en-US" altLang="zh-CN" dirty="0"/>
              <a:t> rules.txt </a:t>
            </a:r>
            <a:r>
              <a:rPr lang="zh-CN" altLang="zh-CN" dirty="0"/>
              <a:t>作为核心数据源，录入沙下区的釜山银行、友利银行、沙下区厅、海关总署、甘川文化村、多大浦海水浴场、洛东江河口生态中心等真实数据。</a:t>
            </a:r>
            <a:r>
              <a:rPr lang="en-US" altLang="zh-CN" dirty="0"/>
              <a:t> | ✅ </a:t>
            </a:r>
            <a:r>
              <a:rPr lang="zh-CN" altLang="zh-CN" dirty="0"/>
              <a:t>已完成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2</a:t>
            </a:r>
            <a:r>
              <a:rPr lang="zh-CN" altLang="zh-CN" dirty="0"/>
              <a:t>단계</a:t>
            </a:r>
            <a:r>
              <a:rPr lang="en-US" altLang="zh-CN" dirty="0"/>
              <a:t>: </a:t>
            </a:r>
            <a:r>
              <a:rPr lang="zh-CN" altLang="zh-CN" dirty="0"/>
              <a:t>지식 베이스 구축</a:t>
            </a:r>
            <a:r>
              <a:rPr lang="en-US" altLang="zh-CN" dirty="0"/>
              <a:t> | rules.txt</a:t>
            </a:r>
            <a:r>
              <a:rPr lang="zh-CN" altLang="zh-CN" dirty="0"/>
              <a:t>를 핵심 데이터 소스로 작성하고</a:t>
            </a:r>
            <a:r>
              <a:rPr lang="en-US" altLang="zh-CN" dirty="0"/>
              <a:t>, </a:t>
            </a:r>
            <a:r>
              <a:rPr lang="zh-CN" altLang="zh-CN" dirty="0"/>
              <a:t>사하구의 부산은행</a:t>
            </a:r>
            <a:r>
              <a:rPr lang="en-US" altLang="zh-CN" dirty="0"/>
              <a:t>, </a:t>
            </a:r>
            <a:r>
              <a:rPr lang="zh-CN" altLang="zh-CN" dirty="0"/>
              <a:t>우리은행</a:t>
            </a:r>
            <a:r>
              <a:rPr lang="en-US" altLang="zh-CN" dirty="0"/>
              <a:t>, </a:t>
            </a:r>
            <a:r>
              <a:rPr lang="zh-CN" altLang="zh-CN" dirty="0"/>
              <a:t>사하구청</a:t>
            </a:r>
            <a:r>
              <a:rPr lang="en-US" altLang="zh-CN" dirty="0"/>
              <a:t>, </a:t>
            </a:r>
            <a:r>
              <a:rPr lang="zh-CN" altLang="zh-CN" dirty="0"/>
              <a:t>관세청</a:t>
            </a:r>
            <a:r>
              <a:rPr lang="en-US" altLang="zh-CN" dirty="0"/>
              <a:t>, </a:t>
            </a:r>
            <a:r>
              <a:rPr lang="zh-CN" altLang="zh-CN" dirty="0"/>
              <a:t>감천문화마을</a:t>
            </a:r>
            <a:r>
              <a:rPr lang="en-US" altLang="zh-CN" dirty="0"/>
              <a:t>, </a:t>
            </a:r>
            <a:r>
              <a:rPr lang="zh-CN" altLang="zh-CN" dirty="0"/>
              <a:t>다대포해수욕장</a:t>
            </a:r>
            <a:r>
              <a:rPr lang="en-US" altLang="zh-CN" dirty="0"/>
              <a:t>, </a:t>
            </a:r>
            <a:r>
              <a:rPr lang="zh-CN" altLang="zh-CN" dirty="0"/>
              <a:t>낙동강하구에코센터 등의 실제 데이터를 입력했습니다</a:t>
            </a:r>
            <a:r>
              <a:rPr lang="en-US" altLang="zh-CN" dirty="0"/>
              <a:t>. | ✅ </a:t>
            </a:r>
            <a:r>
              <a:rPr lang="zh-CN" altLang="zh-CN" dirty="0"/>
              <a:t>완료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</a:t>
            </a:r>
            <a:r>
              <a:rPr lang="zh-CN" altLang="zh-CN" dirty="0"/>
              <a:t>第三步：主程序开发</a:t>
            </a:r>
            <a:r>
              <a:rPr lang="en-US" altLang="zh-CN" dirty="0"/>
              <a:t> | </a:t>
            </a:r>
            <a:r>
              <a:rPr lang="zh-CN" altLang="zh-CN" dirty="0"/>
              <a:t>编写</a:t>
            </a:r>
            <a:r>
              <a:rPr lang="en-US" altLang="zh-CN" dirty="0"/>
              <a:t> app.py</a:t>
            </a:r>
            <a:r>
              <a:rPr lang="zh-CN" altLang="zh-CN" dirty="0"/>
              <a:t>，实现</a:t>
            </a:r>
            <a:r>
              <a:rPr lang="en-US" altLang="zh-CN" dirty="0"/>
              <a:t>"</a:t>
            </a:r>
            <a:r>
              <a:rPr lang="zh-CN" altLang="zh-CN" dirty="0"/>
              <a:t>用户输入</a:t>
            </a:r>
            <a:r>
              <a:rPr lang="en-US" altLang="zh-CN" dirty="0"/>
              <a:t> → </a:t>
            </a:r>
            <a:r>
              <a:rPr lang="zh-CN" altLang="zh-CN" dirty="0"/>
              <a:t>关键词检索</a:t>
            </a:r>
            <a:r>
              <a:rPr lang="en-US" altLang="zh-CN" dirty="0"/>
              <a:t> rules.txt → </a:t>
            </a:r>
            <a:r>
              <a:rPr lang="zh-CN" altLang="zh-CN" dirty="0"/>
              <a:t>上下文组装</a:t>
            </a:r>
            <a:r>
              <a:rPr lang="en-US" altLang="zh-CN" dirty="0"/>
              <a:t> → </a:t>
            </a:r>
            <a:r>
              <a:rPr lang="zh-CN" altLang="zh-CN" dirty="0"/>
              <a:t>大模型生成回答</a:t>
            </a:r>
            <a:r>
              <a:rPr lang="en-US" altLang="zh-CN" dirty="0"/>
              <a:t>"</a:t>
            </a:r>
            <a:r>
              <a:rPr lang="zh-CN" altLang="zh-CN" dirty="0"/>
              <a:t>的完整命令行问答流程。</a:t>
            </a:r>
            <a:r>
              <a:rPr lang="en-US" altLang="zh-CN" dirty="0"/>
              <a:t> | ✅ </a:t>
            </a:r>
            <a:r>
              <a:rPr lang="zh-CN" altLang="zh-CN" dirty="0"/>
              <a:t>已完成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3</a:t>
            </a:r>
            <a:r>
              <a:rPr lang="zh-CN" altLang="zh-CN" dirty="0"/>
              <a:t>단계</a:t>
            </a:r>
            <a:r>
              <a:rPr lang="en-US" altLang="zh-CN" dirty="0"/>
              <a:t>: </a:t>
            </a:r>
            <a:r>
              <a:rPr lang="zh-CN" altLang="zh-CN" dirty="0"/>
              <a:t>메인 프로그램 개발</a:t>
            </a:r>
            <a:r>
              <a:rPr lang="en-US" altLang="zh-CN" dirty="0"/>
              <a:t> | app.py</a:t>
            </a:r>
            <a:r>
              <a:rPr lang="zh-CN" altLang="zh-CN" dirty="0"/>
              <a:t>를 작성하여</a:t>
            </a:r>
            <a:r>
              <a:rPr lang="en-US" altLang="zh-CN" dirty="0"/>
              <a:t> "</a:t>
            </a:r>
            <a:r>
              <a:rPr lang="zh-CN" altLang="zh-CN" dirty="0"/>
              <a:t>사용자 입력</a:t>
            </a:r>
            <a:r>
              <a:rPr lang="en-US" altLang="zh-CN" dirty="0"/>
              <a:t> → rules.txt </a:t>
            </a:r>
            <a:r>
              <a:rPr lang="zh-CN" altLang="zh-CN" dirty="0"/>
              <a:t>키워드 검색</a:t>
            </a:r>
            <a:r>
              <a:rPr lang="en-US" altLang="zh-CN" dirty="0"/>
              <a:t> → </a:t>
            </a:r>
            <a:r>
              <a:rPr lang="zh-CN" altLang="zh-CN" dirty="0"/>
              <a:t>컨텍스트 조립</a:t>
            </a:r>
            <a:r>
              <a:rPr lang="en-US" altLang="zh-CN" dirty="0"/>
              <a:t> → </a:t>
            </a:r>
            <a:r>
              <a:rPr lang="zh-CN" altLang="zh-CN" dirty="0"/>
              <a:t>대형 모델 답변 생성</a:t>
            </a:r>
            <a:r>
              <a:rPr lang="en-US" altLang="zh-CN" dirty="0"/>
              <a:t>"</a:t>
            </a:r>
            <a:r>
              <a:rPr lang="zh-CN" altLang="zh-CN" dirty="0"/>
              <a:t>의 전체 명령줄</a:t>
            </a:r>
            <a:r>
              <a:rPr lang="en-US" altLang="zh-CN" dirty="0"/>
              <a:t> Q&amp;A </a:t>
            </a:r>
            <a:r>
              <a:rPr lang="zh-CN" altLang="zh-CN" dirty="0"/>
              <a:t>프로세스를 구현했습니다</a:t>
            </a:r>
            <a:r>
              <a:rPr lang="en-US" altLang="zh-CN" dirty="0"/>
              <a:t>. | ✅ </a:t>
            </a:r>
            <a:r>
              <a:rPr lang="zh-CN" altLang="zh-CN" dirty="0"/>
              <a:t>완료</a:t>
            </a:r>
            <a:r>
              <a:rPr lang="en-US" altLang="zh-CN" dirty="0"/>
              <a:t> |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215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184CA13-D6A2-9BBC-3F11-6703826B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25"/>
            <a:ext cx="10515600" cy="6002338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| </a:t>
            </a:r>
            <a:r>
              <a:rPr lang="zh-CN" altLang="zh-CN" dirty="0"/>
              <a:t>第四步：自动分类系统</a:t>
            </a:r>
            <a:r>
              <a:rPr lang="en-US" altLang="zh-CN" dirty="0"/>
              <a:t> | </a:t>
            </a:r>
            <a:r>
              <a:rPr lang="zh-CN" altLang="zh-CN" dirty="0"/>
              <a:t>编写</a:t>
            </a:r>
            <a:r>
              <a:rPr lang="en-US" altLang="zh-CN" dirty="0"/>
              <a:t> classifier.py</a:t>
            </a:r>
            <a:r>
              <a:rPr lang="zh-CN" altLang="zh-CN" dirty="0"/>
              <a:t>，调用大模型对</a:t>
            </a:r>
            <a:r>
              <a:rPr lang="en-US" altLang="zh-CN" dirty="0"/>
              <a:t> rules.txt </a:t>
            </a:r>
            <a:r>
              <a:rPr lang="zh-CN" altLang="zh-CN" dirty="0"/>
              <a:t>进行智能解析，自动在硬盘上创建</a:t>
            </a:r>
            <a:r>
              <a:rPr lang="en-US" altLang="zh-CN" dirty="0"/>
              <a:t> </a:t>
            </a:r>
            <a:r>
              <a:rPr lang="en-US" altLang="zh-CN" dirty="0" err="1"/>
              <a:t>classified_data</a:t>
            </a:r>
            <a:r>
              <a:rPr lang="en-US" altLang="zh-CN" dirty="0"/>
              <a:t>/ </a:t>
            </a:r>
            <a:r>
              <a:rPr lang="zh-CN" altLang="zh-CN" dirty="0"/>
              <a:t>文件夹，按</a:t>
            </a:r>
            <a:r>
              <a:rPr lang="en-US" altLang="zh-CN" dirty="0"/>
              <a:t>"</a:t>
            </a:r>
            <a:r>
              <a:rPr lang="zh-CN" altLang="zh-CN" dirty="0"/>
              <a:t>政府机关</a:t>
            </a:r>
            <a:r>
              <a:rPr lang="en-US" altLang="zh-CN" dirty="0"/>
              <a:t>/</a:t>
            </a:r>
            <a:r>
              <a:rPr lang="zh-CN" altLang="zh-CN" dirty="0"/>
              <a:t>银行</a:t>
            </a:r>
            <a:r>
              <a:rPr lang="en-US" altLang="zh-CN" dirty="0"/>
              <a:t>/</a:t>
            </a:r>
            <a:r>
              <a:rPr lang="zh-CN" altLang="zh-CN" dirty="0"/>
              <a:t>文旅设施</a:t>
            </a:r>
            <a:r>
              <a:rPr lang="en-US" altLang="zh-CN" dirty="0"/>
              <a:t>"</a:t>
            </a:r>
            <a:r>
              <a:rPr lang="zh-CN" altLang="zh-CN" dirty="0"/>
              <a:t>三大类及子类自动归档。</a:t>
            </a:r>
            <a:r>
              <a:rPr lang="en-US" altLang="zh-CN" dirty="0"/>
              <a:t> | ✅ </a:t>
            </a:r>
            <a:r>
              <a:rPr lang="zh-CN" altLang="zh-CN" dirty="0"/>
              <a:t>已完成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4</a:t>
            </a:r>
            <a:r>
              <a:rPr lang="zh-CN" altLang="zh-CN" dirty="0"/>
              <a:t>단계</a:t>
            </a:r>
            <a:r>
              <a:rPr lang="en-US" altLang="zh-CN" dirty="0"/>
              <a:t>: </a:t>
            </a:r>
            <a:r>
              <a:rPr lang="zh-CN" altLang="zh-CN" dirty="0"/>
              <a:t>자동 분류 시스템</a:t>
            </a:r>
            <a:r>
              <a:rPr lang="en-US" altLang="zh-CN" dirty="0"/>
              <a:t> | classifier.py</a:t>
            </a:r>
            <a:r>
              <a:rPr lang="zh-CN" altLang="zh-CN" dirty="0"/>
              <a:t>를 작성하여 대형 모델을 호출해</a:t>
            </a:r>
            <a:r>
              <a:rPr lang="en-US" altLang="zh-CN" dirty="0"/>
              <a:t> rules.txt</a:t>
            </a:r>
            <a:r>
              <a:rPr lang="zh-CN" altLang="zh-CN" dirty="0"/>
              <a:t>를 지능형으로 분석하고</a:t>
            </a:r>
            <a:r>
              <a:rPr lang="en-US" altLang="zh-CN" dirty="0"/>
              <a:t>, </a:t>
            </a:r>
            <a:r>
              <a:rPr lang="zh-CN" altLang="zh-CN" dirty="0"/>
              <a:t>하드 디스크에</a:t>
            </a:r>
            <a:r>
              <a:rPr lang="en-US" altLang="zh-CN" dirty="0"/>
              <a:t> </a:t>
            </a:r>
            <a:r>
              <a:rPr lang="en-US" altLang="zh-CN" dirty="0" err="1"/>
              <a:t>classified_data</a:t>
            </a:r>
            <a:r>
              <a:rPr lang="en-US" altLang="zh-CN" dirty="0"/>
              <a:t>/ </a:t>
            </a:r>
            <a:r>
              <a:rPr lang="zh-CN" altLang="zh-CN" dirty="0"/>
              <a:t>폴더를 자동으로 생성하여</a:t>
            </a:r>
            <a:r>
              <a:rPr lang="en-US" altLang="zh-CN" dirty="0"/>
              <a:t> "</a:t>
            </a:r>
            <a:r>
              <a:rPr lang="zh-CN" altLang="zh-CN" dirty="0"/>
              <a:t>정부 기관</a:t>
            </a:r>
            <a:r>
              <a:rPr lang="en-US" altLang="zh-CN" dirty="0"/>
              <a:t>/</a:t>
            </a:r>
            <a:r>
              <a:rPr lang="zh-CN" altLang="zh-CN" dirty="0"/>
              <a:t>은행</a:t>
            </a:r>
            <a:r>
              <a:rPr lang="en-US" altLang="zh-CN" dirty="0"/>
              <a:t>/</a:t>
            </a:r>
            <a:r>
              <a:rPr lang="zh-CN" altLang="zh-CN" dirty="0"/>
              <a:t>문화 관광 시설</a:t>
            </a:r>
            <a:r>
              <a:rPr lang="en-US" altLang="zh-CN" dirty="0"/>
              <a:t>" 3</a:t>
            </a:r>
            <a:r>
              <a:rPr lang="zh-CN" altLang="zh-CN" dirty="0"/>
              <a:t>가지 주요 카테고리 및 하위 카테고리별로 자동 보관했습니다</a:t>
            </a:r>
            <a:r>
              <a:rPr lang="en-US" altLang="zh-CN" dirty="0"/>
              <a:t>. | ✅ </a:t>
            </a:r>
            <a:r>
              <a:rPr lang="zh-CN" altLang="zh-CN" dirty="0"/>
              <a:t>완료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</a:t>
            </a:r>
            <a:r>
              <a:rPr lang="zh-CN" altLang="zh-CN" dirty="0"/>
              <a:t>第五步：个性化推荐模块</a:t>
            </a:r>
            <a:r>
              <a:rPr lang="en-US" altLang="zh-CN" dirty="0"/>
              <a:t> | </a:t>
            </a:r>
            <a:r>
              <a:rPr lang="zh-CN" altLang="zh-CN" dirty="0"/>
              <a:t>编写</a:t>
            </a:r>
            <a:r>
              <a:rPr lang="en-US" altLang="zh-CN" dirty="0"/>
              <a:t> recommend.py </a:t>
            </a:r>
            <a:r>
              <a:rPr lang="zh-CN" altLang="zh-CN" dirty="0"/>
              <a:t>与</a:t>
            </a:r>
            <a:r>
              <a:rPr lang="en-US" altLang="zh-CN" dirty="0"/>
              <a:t> </a:t>
            </a:r>
            <a:r>
              <a:rPr lang="en-US" altLang="zh-CN" dirty="0" err="1"/>
              <a:t>recommend_rules.json</a:t>
            </a:r>
            <a:r>
              <a:rPr lang="zh-CN" altLang="zh-CN" dirty="0"/>
              <a:t>，当用户查询某一子类时系统自动弹出</a:t>
            </a:r>
            <a:r>
              <a:rPr lang="en-US" altLang="zh-CN" dirty="0"/>
              <a:t> 1-2 </a:t>
            </a:r>
            <a:r>
              <a:rPr lang="zh-CN" altLang="zh-CN" dirty="0"/>
              <a:t>条相关知识点，并附带</a:t>
            </a:r>
            <a:r>
              <a:rPr lang="en-US" altLang="zh-CN" dirty="0"/>
              <a:t> 1 </a:t>
            </a:r>
            <a:r>
              <a:rPr lang="zh-CN" altLang="zh-CN" dirty="0"/>
              <a:t>条其他银行或跨类推荐问题。</a:t>
            </a:r>
            <a:r>
              <a:rPr lang="en-US" altLang="zh-CN" dirty="0"/>
              <a:t> | ✅ </a:t>
            </a:r>
            <a:r>
              <a:rPr lang="zh-CN" altLang="zh-CN" dirty="0"/>
              <a:t>已完成</a:t>
            </a:r>
            <a:r>
              <a:rPr lang="en-US" altLang="zh-CN" dirty="0"/>
              <a:t> |</a:t>
            </a:r>
            <a:endParaRPr lang="zh-CN" altLang="zh-CN" dirty="0"/>
          </a:p>
          <a:p>
            <a:r>
              <a:rPr lang="en-US" altLang="zh-CN" dirty="0"/>
              <a:t>| 5</a:t>
            </a:r>
            <a:r>
              <a:rPr lang="zh-CN" altLang="zh-CN" dirty="0"/>
              <a:t>단계</a:t>
            </a:r>
            <a:r>
              <a:rPr lang="en-US" altLang="zh-CN" dirty="0"/>
              <a:t>: </a:t>
            </a:r>
            <a:r>
              <a:rPr lang="zh-CN" altLang="zh-CN" dirty="0"/>
              <a:t>개인화 추천 모듈</a:t>
            </a:r>
            <a:r>
              <a:rPr lang="en-US" altLang="zh-CN" dirty="0"/>
              <a:t> | recommend.py</a:t>
            </a:r>
            <a:r>
              <a:rPr lang="zh-CN" altLang="zh-CN" dirty="0"/>
              <a:t>와</a:t>
            </a:r>
            <a:r>
              <a:rPr lang="en-US" altLang="zh-CN" dirty="0"/>
              <a:t> </a:t>
            </a:r>
            <a:r>
              <a:rPr lang="en-US" altLang="zh-CN" dirty="0" err="1"/>
              <a:t>recommend_rules.json</a:t>
            </a:r>
            <a:r>
              <a:rPr lang="zh-CN" altLang="zh-CN" dirty="0"/>
              <a:t>을 작성하여</a:t>
            </a:r>
            <a:r>
              <a:rPr lang="en-US" altLang="zh-CN" dirty="0"/>
              <a:t>, </a:t>
            </a:r>
            <a:r>
              <a:rPr lang="zh-CN" altLang="zh-CN" dirty="0"/>
              <a:t>사용자가 특정 하위 카테고리를 검색할 때 시스템이</a:t>
            </a:r>
            <a:r>
              <a:rPr lang="en-US" altLang="zh-CN" dirty="0"/>
              <a:t> 1-2</a:t>
            </a:r>
            <a:r>
              <a:rPr lang="zh-CN" altLang="zh-CN" dirty="0"/>
              <a:t>개의 관련 지식을 자동으로 팝업하고</a:t>
            </a:r>
            <a:r>
              <a:rPr lang="en-US" altLang="zh-CN" dirty="0"/>
              <a:t> 1</a:t>
            </a:r>
            <a:r>
              <a:rPr lang="zh-CN" altLang="zh-CN" dirty="0"/>
              <a:t>개의 다른 은행 또는 교차 카테고리 추천 질문을 첨부합니다</a:t>
            </a:r>
            <a:r>
              <a:rPr lang="en-US" altLang="zh-CN" dirty="0"/>
              <a:t>. | ✅ </a:t>
            </a:r>
            <a:r>
              <a:rPr lang="zh-CN" altLang="zh-CN" dirty="0"/>
              <a:t>완료 </a:t>
            </a:r>
            <a:r>
              <a:rPr lang="en-US" altLang="zh-CN" dirty="0"/>
              <a:t>|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10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DB3E5-FD1B-EA88-16D8-7FE1F560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三</a:t>
            </a:r>
            <a:r>
              <a:rPr lang="en-US" altLang="zh-CN" b="1" dirty="0"/>
              <a:t>.</a:t>
            </a:r>
            <a:r>
              <a:rPr lang="zh-CN" altLang="zh-CN" b="1" dirty="0"/>
              <a:t>当前系统核心成果展示 </a:t>
            </a:r>
            <a:br>
              <a:rPr lang="zh-CN" altLang="zh-CN" dirty="0"/>
            </a:br>
            <a:r>
              <a:rPr lang="en-US" altLang="zh-CN" b="1" dirty="0"/>
              <a:t>3.</a:t>
            </a:r>
            <a:r>
              <a:rPr lang="zh-CN" altLang="zh-CN" b="1" dirty="0"/>
              <a:t>현재 시스템 핵심 성과 전시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62DEA-4104-9D35-2A7B-C63DF274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1. </a:t>
            </a:r>
            <a:r>
              <a:rPr lang="zh-CN" altLang="zh-CN" b="1" dirty="0"/>
              <a:t>精准问答能力</a:t>
            </a:r>
            <a:endParaRPr lang="zh-CN" altLang="zh-CN" dirty="0"/>
          </a:p>
          <a:p>
            <a:r>
              <a:rPr lang="en-US" altLang="zh-CN" b="1" dirty="0"/>
              <a:t>1. </a:t>
            </a:r>
            <a:r>
              <a:rPr lang="zh-CN" altLang="zh-CN" b="1" dirty="0"/>
              <a:t>정확한</a:t>
            </a:r>
            <a:r>
              <a:rPr lang="en-US" altLang="zh-CN" b="1" dirty="0"/>
              <a:t> Q&amp;A </a:t>
            </a:r>
            <a:r>
              <a:rPr lang="zh-CN" altLang="zh-CN" b="1" dirty="0"/>
              <a:t>능력</a:t>
            </a:r>
            <a:endParaRPr lang="zh-CN" altLang="zh-CN" dirty="0"/>
          </a:p>
          <a:p>
            <a:r>
              <a:rPr lang="zh-CN" altLang="zh-CN" dirty="0"/>
              <a:t>用户可通过命令行输入自然语言问题（如</a:t>
            </a:r>
            <a:r>
              <a:rPr lang="en-US" altLang="zh-CN" dirty="0"/>
              <a:t>"</a:t>
            </a:r>
            <a:r>
              <a:rPr lang="zh-CN" altLang="zh-CN" dirty="0"/>
              <a:t>沙下区釜山银行几点换汇？</a:t>
            </a:r>
            <a:r>
              <a:rPr lang="en-US" altLang="zh-CN" dirty="0"/>
              <a:t>"</a:t>
            </a:r>
            <a:r>
              <a:rPr lang="zh-CN" altLang="zh-CN" dirty="0"/>
              <a:t>）。系统优先从本地知识库检索事实数据，确保地址、时间、电话的准确性。大模型基于检索结果生成结构化回答（含分类、名称、地址、时间、交通、注意事项）。</a:t>
            </a:r>
          </a:p>
          <a:p>
            <a:r>
              <a:rPr lang="zh-CN" altLang="zh-CN" dirty="0"/>
              <a:t>사용자는 명령줄을 통해 자연어 질문을 입력할 수 있습니다</a:t>
            </a:r>
            <a:r>
              <a:rPr lang="en-US" altLang="zh-CN" dirty="0"/>
              <a:t>(</a:t>
            </a:r>
            <a:r>
              <a:rPr lang="zh-CN" altLang="zh-CN" dirty="0"/>
              <a:t>예</a:t>
            </a:r>
            <a:r>
              <a:rPr lang="en-US" altLang="zh-CN" dirty="0"/>
              <a:t>: "</a:t>
            </a:r>
            <a:r>
              <a:rPr lang="zh-CN" altLang="zh-CN" dirty="0"/>
              <a:t>사하구 부산은행 몇 시에 환전해</a:t>
            </a:r>
            <a:r>
              <a:rPr lang="en-US" altLang="zh-CN" dirty="0"/>
              <a:t>?"). </a:t>
            </a:r>
            <a:r>
              <a:rPr lang="zh-CN" altLang="zh-CN" dirty="0"/>
              <a:t>시스템은 로컬 지식 베이스에서 사실 데이터를 우선 검색하여 주소</a:t>
            </a:r>
            <a:r>
              <a:rPr lang="en-US" altLang="zh-CN" dirty="0"/>
              <a:t>, </a:t>
            </a:r>
            <a:r>
              <a:rPr lang="zh-CN" altLang="zh-CN" dirty="0"/>
              <a:t>시간</a:t>
            </a:r>
            <a:r>
              <a:rPr lang="en-US" altLang="zh-CN" dirty="0"/>
              <a:t>, </a:t>
            </a:r>
            <a:r>
              <a:rPr lang="zh-CN" altLang="zh-CN" dirty="0"/>
              <a:t>전화번호의 정확성을 보장합니다</a:t>
            </a:r>
            <a:r>
              <a:rPr lang="en-US" altLang="zh-CN" dirty="0"/>
              <a:t>. </a:t>
            </a:r>
            <a:r>
              <a:rPr lang="zh-CN" altLang="zh-CN" dirty="0"/>
              <a:t>대형 모델은 검색 결과를 바탕으로 구조화된 답변</a:t>
            </a:r>
            <a:r>
              <a:rPr lang="en-US" altLang="zh-CN" dirty="0"/>
              <a:t>(</a:t>
            </a:r>
            <a:r>
              <a:rPr lang="zh-CN" altLang="zh-CN" dirty="0"/>
              <a:t>분류</a:t>
            </a:r>
            <a:r>
              <a:rPr lang="en-US" altLang="zh-CN" dirty="0"/>
              <a:t>, </a:t>
            </a:r>
            <a:r>
              <a:rPr lang="zh-CN" altLang="zh-CN" dirty="0"/>
              <a:t>이름</a:t>
            </a:r>
            <a:r>
              <a:rPr lang="en-US" altLang="zh-CN" dirty="0"/>
              <a:t>, </a:t>
            </a:r>
            <a:r>
              <a:rPr lang="zh-CN" altLang="zh-CN" dirty="0"/>
              <a:t>주소</a:t>
            </a:r>
            <a:r>
              <a:rPr lang="en-US" altLang="zh-CN" dirty="0"/>
              <a:t>, </a:t>
            </a:r>
            <a:r>
              <a:rPr lang="zh-CN" altLang="zh-CN" dirty="0"/>
              <a:t>시간</a:t>
            </a:r>
            <a:r>
              <a:rPr lang="en-US" altLang="zh-CN" dirty="0"/>
              <a:t>, </a:t>
            </a:r>
            <a:r>
              <a:rPr lang="zh-CN" altLang="zh-CN" dirty="0"/>
              <a:t>교통</a:t>
            </a:r>
            <a:r>
              <a:rPr lang="en-US" altLang="zh-CN" dirty="0"/>
              <a:t>, </a:t>
            </a:r>
            <a:r>
              <a:rPr lang="zh-CN" altLang="zh-CN" dirty="0"/>
              <a:t>주의사항 포함</a:t>
            </a:r>
            <a:r>
              <a:rPr lang="en-US" altLang="zh-CN" dirty="0"/>
              <a:t>)</a:t>
            </a:r>
            <a:r>
              <a:rPr lang="zh-CN" altLang="zh-CN" dirty="0"/>
              <a:t>을 생성합니다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527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983C5-C201-E81A-4E8D-0347DB6C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2. </a:t>
            </a:r>
            <a:r>
              <a:rPr lang="zh-CN" altLang="zh-CN" b="1" dirty="0"/>
              <a:t>自动化文件分类成果</a:t>
            </a:r>
            <a:br>
              <a:rPr lang="zh-CN" altLang="zh-CN" dirty="0"/>
            </a:br>
            <a:r>
              <a:rPr lang="en-US" altLang="zh-CN" b="1" dirty="0"/>
              <a:t>2. </a:t>
            </a:r>
            <a:r>
              <a:rPr lang="zh-CN" altLang="zh-CN" b="1" dirty="0"/>
              <a:t>자동화된 파일 분류 성과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6A0CB-9C8B-24C5-4853-1D711EE47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4772706"/>
          </a:xfrm>
        </p:spPr>
        <p:txBody>
          <a:bodyPr>
            <a:normAutofit fontScale="47500" lnSpcReduction="20000"/>
          </a:bodyPr>
          <a:lstStyle/>
          <a:p>
            <a:r>
              <a:rPr lang="en-US" altLang="zh-CN" b="1" dirty="0"/>
              <a:t>2. Automated File Classification Achievements</a:t>
            </a:r>
            <a:endParaRPr lang="zh-CN" altLang="zh-CN" dirty="0"/>
          </a:p>
          <a:p>
            <a:r>
              <a:rPr lang="zh-CN" altLang="zh-CN" dirty="0"/>
              <a:t>运行</a:t>
            </a:r>
            <a:r>
              <a:rPr lang="en-US" altLang="zh-CN" dirty="0"/>
              <a:t> classifier.py </a:t>
            </a:r>
            <a:r>
              <a:rPr lang="zh-CN" altLang="zh-CN" dirty="0"/>
              <a:t>后系统自动生成分类目录结构（以沙下区为例）：</a:t>
            </a:r>
          </a:p>
          <a:p>
            <a:r>
              <a:rPr lang="en-US" altLang="zh-CN" dirty="0"/>
              <a:t>classifier.py </a:t>
            </a:r>
            <a:r>
              <a:rPr lang="zh-CN" altLang="zh-CN" dirty="0"/>
              <a:t>실행 후 시스템은 자동으로 분류 디렉토리 구조를 생성합니다</a:t>
            </a:r>
            <a:r>
              <a:rPr lang="en-US" altLang="zh-CN" dirty="0"/>
              <a:t>(</a:t>
            </a:r>
            <a:r>
              <a:rPr lang="zh-CN" altLang="zh-CN" dirty="0"/>
              <a:t>사하구 예시</a:t>
            </a:r>
            <a:r>
              <a:rPr lang="en-US" altLang="zh-CN" dirty="0"/>
              <a:t>):</a:t>
            </a:r>
            <a:endParaRPr lang="zh-CN" altLang="zh-CN" dirty="0"/>
          </a:p>
          <a:p>
            <a:r>
              <a:rPr lang="en-US" altLang="zh-CN" dirty="0"/>
              <a:t>After running classifier.py, the system automatically generates a classified directory structure (taking Saha-</a:t>
            </a:r>
            <a:r>
              <a:rPr lang="en-US" altLang="zh-CN" dirty="0" err="1"/>
              <a:t>gu</a:t>
            </a:r>
            <a:r>
              <a:rPr lang="en-US" altLang="zh-CN" dirty="0"/>
              <a:t> as an example):</a:t>
            </a:r>
            <a:endParaRPr lang="zh-CN" altLang="zh-CN" dirty="0"/>
          </a:p>
          <a:p>
            <a:r>
              <a:rPr lang="en-US" altLang="zh-CN" dirty="0" err="1"/>
              <a:t>classified_data</a:t>
            </a:r>
            <a:r>
              <a:rPr lang="en-US" altLang="zh-CN" dirty="0"/>
              <a:t>/           </a:t>
            </a:r>
            <a:r>
              <a:rPr lang="zh-CN" altLang="zh-CN" dirty="0"/>
              <a:t>분류된 데이터</a:t>
            </a:r>
            <a:r>
              <a:rPr lang="en-US" altLang="zh-CN" dirty="0"/>
              <a:t>/           </a:t>
            </a:r>
            <a:r>
              <a:rPr lang="en-US" altLang="zh-CN" dirty="0" err="1"/>
              <a:t>Classified_data</a:t>
            </a:r>
            <a:r>
              <a:rPr lang="en-US" altLang="zh-CN" dirty="0"/>
              <a:t>/</a:t>
            </a:r>
            <a:endParaRPr lang="zh-CN" altLang="zh-CN" dirty="0"/>
          </a:p>
          <a:p>
            <a:r>
              <a:rPr lang="zh-CN" altLang="zh-CN" dirty="0"/>
              <a:t>├─ 银行</a:t>
            </a:r>
            <a:r>
              <a:rPr lang="en-US" altLang="zh-CN" dirty="0"/>
              <a:t>/                   ├─ </a:t>
            </a:r>
            <a:r>
              <a:rPr lang="zh-CN" altLang="zh-CN" dirty="0"/>
              <a:t>은행</a:t>
            </a:r>
            <a:r>
              <a:rPr lang="en-US" altLang="zh-CN" dirty="0"/>
              <a:t>/                ├─ Banks/</a:t>
            </a:r>
            <a:endParaRPr lang="zh-CN" altLang="zh-CN" dirty="0"/>
          </a:p>
          <a:p>
            <a:r>
              <a:rPr lang="zh-CN" altLang="zh-CN" dirty="0"/>
              <a:t>│</a:t>
            </a:r>
            <a:r>
              <a:rPr lang="en-US" altLang="zh-CN" dirty="0"/>
              <a:t>  ├─ </a:t>
            </a:r>
            <a:r>
              <a:rPr lang="zh-CN" altLang="zh-CN" dirty="0"/>
              <a:t>釜山银行</a:t>
            </a:r>
            <a:r>
              <a:rPr lang="en-US" altLang="zh-CN" dirty="0"/>
              <a:t>/            │  ├─ </a:t>
            </a:r>
            <a:r>
              <a:rPr lang="zh-CN" altLang="zh-CN" dirty="0"/>
              <a:t>부산은행</a:t>
            </a:r>
            <a:r>
              <a:rPr lang="en-US" altLang="zh-CN" dirty="0"/>
              <a:t>/          │  ├─ Busan Bank/</a:t>
            </a:r>
            <a:endParaRPr lang="zh-CN" altLang="zh-CN" dirty="0"/>
          </a:p>
          <a:p>
            <a:r>
              <a:rPr lang="zh-CN" altLang="zh-CN" dirty="0"/>
              <a:t>│</a:t>
            </a:r>
            <a:r>
              <a:rPr lang="en-US" altLang="zh-CN" dirty="0"/>
              <a:t>  └─ </a:t>
            </a:r>
            <a:r>
              <a:rPr lang="zh-CN" altLang="zh-CN" dirty="0"/>
              <a:t>友利银行</a:t>
            </a:r>
            <a:r>
              <a:rPr lang="en-US" altLang="zh-CN" dirty="0"/>
              <a:t>/            │  └─ </a:t>
            </a:r>
            <a:r>
              <a:rPr lang="zh-CN" altLang="zh-CN" dirty="0"/>
              <a:t>우리은행</a:t>
            </a:r>
            <a:r>
              <a:rPr lang="en-US" altLang="zh-CN" dirty="0"/>
              <a:t>/          │  └─ Woori Bank/</a:t>
            </a:r>
            <a:endParaRPr lang="zh-CN" altLang="zh-CN" dirty="0"/>
          </a:p>
          <a:p>
            <a:r>
              <a:rPr lang="zh-CN" altLang="zh-CN" dirty="0"/>
              <a:t>├─ 政府机关</a:t>
            </a:r>
            <a:r>
              <a:rPr lang="en-US" altLang="zh-CN" dirty="0"/>
              <a:t>/               ├─ </a:t>
            </a:r>
            <a:r>
              <a:rPr lang="zh-CN" altLang="zh-CN" dirty="0"/>
              <a:t>정부 기관</a:t>
            </a:r>
            <a:r>
              <a:rPr lang="en-US" altLang="zh-CN" dirty="0"/>
              <a:t>/            ├─ Government Agencies/</a:t>
            </a:r>
            <a:endParaRPr lang="zh-CN" altLang="zh-CN" dirty="0"/>
          </a:p>
          <a:p>
            <a:r>
              <a:rPr lang="zh-CN" altLang="zh-CN" dirty="0"/>
              <a:t>│</a:t>
            </a:r>
            <a:r>
              <a:rPr lang="en-US" altLang="zh-CN" dirty="0"/>
              <a:t>  ├─ </a:t>
            </a:r>
            <a:r>
              <a:rPr lang="zh-CN" altLang="zh-CN" dirty="0"/>
              <a:t>沙下区厅</a:t>
            </a:r>
            <a:r>
              <a:rPr lang="en-US" altLang="zh-CN" dirty="0"/>
              <a:t>.txt         │  ├─ </a:t>
            </a:r>
            <a:r>
              <a:rPr lang="zh-CN" altLang="zh-CN" dirty="0"/>
              <a:t>사하구청</a:t>
            </a:r>
            <a:r>
              <a:rPr lang="en-US" altLang="zh-CN" dirty="0"/>
              <a:t>.txt       │  ├─ Saha-</a:t>
            </a:r>
            <a:r>
              <a:rPr lang="en-US" altLang="zh-CN" dirty="0" err="1"/>
              <a:t>gu</a:t>
            </a:r>
            <a:r>
              <a:rPr lang="en-US" altLang="zh-CN" dirty="0"/>
              <a:t> Office.txt</a:t>
            </a:r>
            <a:endParaRPr lang="zh-CN" altLang="zh-CN" dirty="0"/>
          </a:p>
          <a:p>
            <a:r>
              <a:rPr lang="zh-CN" altLang="zh-CN" dirty="0"/>
              <a:t>│</a:t>
            </a:r>
            <a:r>
              <a:rPr lang="en-US" altLang="zh-CN" dirty="0"/>
              <a:t>  └─ </a:t>
            </a:r>
            <a:r>
              <a:rPr lang="zh-CN" altLang="zh-CN" dirty="0"/>
              <a:t>釜山海关总署</a:t>
            </a:r>
            <a:r>
              <a:rPr lang="en-US" altLang="zh-CN" dirty="0"/>
              <a:t>.txt      │  └─ </a:t>
            </a:r>
            <a:r>
              <a:rPr lang="zh-CN" altLang="zh-CN" dirty="0"/>
              <a:t>부산본부세관</a:t>
            </a:r>
            <a:r>
              <a:rPr lang="en-US" altLang="zh-CN" dirty="0"/>
              <a:t>.txt   │  └─ Busan Customs.txt</a:t>
            </a:r>
            <a:endParaRPr lang="zh-CN" altLang="zh-CN" dirty="0"/>
          </a:p>
          <a:p>
            <a:r>
              <a:rPr lang="zh-CN" altLang="zh-CN" dirty="0"/>
              <a:t>└─ 文旅设施</a:t>
            </a:r>
            <a:r>
              <a:rPr lang="en-US" altLang="zh-CN" dirty="0"/>
              <a:t>/               └─ </a:t>
            </a:r>
            <a:r>
              <a:rPr lang="zh-CN" altLang="zh-CN" dirty="0"/>
              <a:t>문화 관광 시설</a:t>
            </a:r>
            <a:r>
              <a:rPr lang="en-US" altLang="zh-CN" dirty="0"/>
              <a:t>/       └─ Cultural &amp; Tourism Facilities/</a:t>
            </a:r>
            <a:endParaRPr lang="zh-CN" altLang="zh-CN" dirty="0"/>
          </a:p>
          <a:p>
            <a:r>
              <a:rPr lang="en-US" altLang="zh-CN" dirty="0"/>
              <a:t>   ├─ </a:t>
            </a:r>
            <a:r>
              <a:rPr lang="zh-CN" altLang="zh-CN" dirty="0"/>
              <a:t>甘川文化村</a:t>
            </a:r>
            <a:r>
              <a:rPr lang="en-US" altLang="zh-CN" dirty="0"/>
              <a:t>.txt          ├─ </a:t>
            </a:r>
            <a:r>
              <a:rPr lang="zh-CN" altLang="zh-CN" dirty="0"/>
              <a:t>감천문화마을</a:t>
            </a:r>
            <a:r>
              <a:rPr lang="en-US" altLang="zh-CN" dirty="0"/>
              <a:t>.txt      ├─ </a:t>
            </a:r>
            <a:r>
              <a:rPr lang="en-US" altLang="zh-CN" dirty="0" err="1"/>
              <a:t>Gamcheon</a:t>
            </a:r>
            <a:r>
              <a:rPr lang="en-US" altLang="zh-CN" dirty="0"/>
              <a:t> Culture Village.txt</a:t>
            </a:r>
            <a:endParaRPr lang="zh-CN" altLang="zh-CN" dirty="0"/>
          </a:p>
          <a:p>
            <a:r>
              <a:rPr lang="en-US" altLang="zh-CN" dirty="0"/>
              <a:t>   ├─ </a:t>
            </a:r>
            <a:r>
              <a:rPr lang="zh-CN" altLang="zh-CN" dirty="0"/>
              <a:t>多大浦海水浴场</a:t>
            </a:r>
            <a:r>
              <a:rPr lang="en-US" altLang="zh-CN" dirty="0"/>
              <a:t>.txt      ├─ </a:t>
            </a:r>
            <a:r>
              <a:rPr lang="zh-CN" altLang="zh-CN" dirty="0"/>
              <a:t>다대포해수욕장</a:t>
            </a:r>
            <a:r>
              <a:rPr lang="en-US" altLang="zh-CN" dirty="0"/>
              <a:t>.txt    ├─ </a:t>
            </a:r>
            <a:r>
              <a:rPr lang="en-US" altLang="zh-CN" dirty="0" err="1"/>
              <a:t>Dadaepo</a:t>
            </a:r>
            <a:r>
              <a:rPr lang="en-US" altLang="zh-CN" dirty="0"/>
              <a:t> Beach.txt</a:t>
            </a:r>
            <a:endParaRPr lang="zh-CN" altLang="zh-CN" dirty="0"/>
          </a:p>
          <a:p>
            <a:r>
              <a:rPr lang="en-US" altLang="zh-CN" dirty="0"/>
              <a:t>   └─ </a:t>
            </a:r>
            <a:r>
              <a:rPr lang="zh-CN" altLang="zh-CN" dirty="0"/>
              <a:t>洛东江河口生态中心</a:t>
            </a:r>
            <a:r>
              <a:rPr lang="en-US" altLang="zh-CN" dirty="0"/>
              <a:t>.txt  └─ </a:t>
            </a:r>
            <a:r>
              <a:rPr lang="zh-CN" altLang="zh-CN" dirty="0"/>
              <a:t>낙동강하구에코센터</a:t>
            </a:r>
            <a:r>
              <a:rPr lang="en-US" altLang="zh-CN" dirty="0"/>
              <a:t>.txt└─ Nakdong Estuary Eco Center.txt</a:t>
            </a:r>
            <a:endParaRPr lang="zh-CN" altLang="zh-CN" dirty="0"/>
          </a:p>
          <a:p>
            <a:br>
              <a:rPr lang="en-US" altLang="zh-CN" dirty="0"/>
            </a:br>
            <a:r>
              <a:rPr lang="zh-CN" altLang="zh-CN" dirty="0"/>
              <a:t>实现了知识资产的物理隔离与模块化存储，便于后续维护与扩展。</a:t>
            </a:r>
          </a:p>
          <a:p>
            <a:r>
              <a:rPr lang="zh-CN" altLang="zh-CN" dirty="0"/>
              <a:t>지식 자산의 물리적 격리와 모듈화된 저장을 실현하여 향후 유지 보수 및 확장이 용이합니다</a:t>
            </a:r>
            <a:r>
              <a:rPr lang="en-US" altLang="zh-CN" dirty="0"/>
              <a:t>.</a:t>
            </a:r>
            <a:endParaRPr lang="zh-CN" altLang="zh-CN" dirty="0">
              <a:effectLst/>
            </a:endParaRPr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052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C56E0-6852-82C5-ED9F-EA47D38A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3. </a:t>
            </a:r>
            <a:r>
              <a:rPr lang="zh-CN" altLang="zh-CN" b="1" dirty="0"/>
              <a:t>个性化推荐成果</a:t>
            </a:r>
            <a:br>
              <a:rPr lang="zh-CN" altLang="zh-CN" dirty="0"/>
            </a:br>
            <a:r>
              <a:rPr lang="en-US" altLang="zh-CN" b="1" dirty="0"/>
              <a:t>3. </a:t>
            </a:r>
            <a:r>
              <a:rPr lang="zh-CN" altLang="zh-CN" b="1" dirty="0"/>
              <a:t>개인화 추천 성과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B639E6-6612-F80F-CED1-64CF8F31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当用户查询</a:t>
            </a:r>
            <a:r>
              <a:rPr lang="en-US" altLang="zh-CN" dirty="0"/>
              <a:t>"</a:t>
            </a:r>
            <a:r>
              <a:rPr lang="zh-CN" altLang="zh-CN" dirty="0"/>
              <a:t>釜山银行</a:t>
            </a:r>
            <a:r>
              <a:rPr lang="en-US" altLang="zh-CN" dirty="0"/>
              <a:t>"</a:t>
            </a:r>
            <a:r>
              <a:rPr lang="zh-CN" altLang="zh-CN" dirty="0"/>
              <a:t>时，系统在主答案后自动追加：相关知识点（官网查询、客服电话、营业时间）和跨类推荐（</a:t>
            </a:r>
            <a:r>
              <a:rPr lang="en-US" altLang="zh-CN" dirty="0"/>
              <a:t>"</a:t>
            </a:r>
            <a:r>
              <a:rPr lang="zh-CN" altLang="zh-CN" dirty="0"/>
              <a:t>你还想了解友利银行换汇吗？</a:t>
            </a:r>
            <a:r>
              <a:rPr lang="en-US" altLang="zh-CN" dirty="0"/>
              <a:t>"</a:t>
            </a:r>
            <a:r>
              <a:rPr lang="zh-CN" altLang="zh-CN" dirty="0"/>
              <a:t>）。推荐内容基于静态规则库，响应零延迟。</a:t>
            </a:r>
          </a:p>
          <a:p>
            <a:r>
              <a:rPr lang="zh-CN" altLang="zh-CN" dirty="0"/>
              <a:t>사용자가</a:t>
            </a:r>
            <a:r>
              <a:rPr lang="en-US" altLang="zh-CN" dirty="0"/>
              <a:t> "</a:t>
            </a:r>
            <a:r>
              <a:rPr lang="zh-CN" altLang="zh-CN" dirty="0"/>
              <a:t>부산은행</a:t>
            </a:r>
            <a:r>
              <a:rPr lang="en-US" altLang="zh-CN" dirty="0"/>
              <a:t>"</a:t>
            </a:r>
            <a:r>
              <a:rPr lang="zh-CN" altLang="zh-CN" dirty="0"/>
              <a:t>을 검색하면 시스템은 주요 답변 후에 관련 지식</a:t>
            </a:r>
            <a:r>
              <a:rPr lang="en-US" altLang="zh-CN" dirty="0"/>
              <a:t>(</a:t>
            </a:r>
            <a:r>
              <a:rPr lang="zh-CN" altLang="zh-CN" dirty="0"/>
              <a:t>공식 웹사이트 검색</a:t>
            </a:r>
            <a:r>
              <a:rPr lang="en-US" altLang="zh-CN" dirty="0"/>
              <a:t>, </a:t>
            </a:r>
            <a:r>
              <a:rPr lang="zh-CN" altLang="zh-CN" dirty="0"/>
              <a:t>고객 서비스 전화</a:t>
            </a:r>
            <a:r>
              <a:rPr lang="en-US" altLang="zh-CN" dirty="0"/>
              <a:t>, </a:t>
            </a:r>
            <a:r>
              <a:rPr lang="zh-CN" altLang="zh-CN" dirty="0"/>
              <a:t>영업 시간</a:t>
            </a:r>
            <a:r>
              <a:rPr lang="en-US" altLang="zh-CN" dirty="0"/>
              <a:t>)</a:t>
            </a:r>
            <a:r>
              <a:rPr lang="zh-CN" altLang="zh-CN" dirty="0"/>
              <a:t>과 교차 카테고리 추천</a:t>
            </a:r>
            <a:r>
              <a:rPr lang="en-US" altLang="zh-CN" dirty="0"/>
              <a:t>("</a:t>
            </a:r>
            <a:r>
              <a:rPr lang="zh-CN" altLang="zh-CN" dirty="0"/>
              <a:t>우리은행 환전에 대해 알고 싶으신가요</a:t>
            </a:r>
            <a:r>
              <a:rPr lang="en-US" altLang="zh-CN" dirty="0"/>
              <a:t>?")</a:t>
            </a:r>
            <a:r>
              <a:rPr lang="zh-CN" altLang="zh-CN" dirty="0"/>
              <a:t>을 자동으로 추가합니다</a:t>
            </a:r>
            <a:r>
              <a:rPr lang="en-US" altLang="zh-CN" dirty="0"/>
              <a:t>. </a:t>
            </a:r>
            <a:r>
              <a:rPr lang="zh-CN" altLang="zh-CN" dirty="0"/>
              <a:t>추천 콘텐츠는 정적 규칙 기반으로 응답 지연이 없습니다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663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B5AC6-D3B9-CD42-0390-E8BE77FC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项目总结</a:t>
            </a:r>
            <a:br>
              <a:rPr lang="zh-CN" altLang="zh-CN" dirty="0"/>
            </a:br>
            <a:r>
              <a:rPr lang="zh-CN" altLang="zh-CN" b="1" dirty="0"/>
              <a:t>프로젝트 요약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FBC09A-AB7F-A1B2-F736-39754D81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771"/>
            <a:ext cx="10515600" cy="4631192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dirty="0"/>
              <a:t>截至目前，本项目已成功构建了一个安全、准确、可扩展的釜山设施智能问答框架。通过本地知识库与大模型的结合，解决了</a:t>
            </a:r>
            <a:r>
              <a:rPr lang="en-US" altLang="zh-CN" dirty="0"/>
              <a:t> AI </a:t>
            </a:r>
            <a:r>
              <a:rPr lang="zh-CN" altLang="zh-CN" dirty="0"/>
              <a:t>幻觉问题；通过自动分类与个性化推荐，提升了信息组织的条理性与交互友好度。</a:t>
            </a:r>
          </a:p>
          <a:p>
            <a:r>
              <a:rPr lang="zh-CN" altLang="zh-CN" dirty="0"/>
              <a:t>현재까지 이 프로젝트는 안전하고 정확하며 확장 가능한 부산 시설 지능형</a:t>
            </a:r>
            <a:r>
              <a:rPr lang="en-US" altLang="zh-CN" dirty="0"/>
              <a:t> Q&amp;A </a:t>
            </a:r>
            <a:r>
              <a:rPr lang="zh-CN" altLang="zh-CN" dirty="0"/>
              <a:t>프레임워크를 성공적으로 구축했습니다</a:t>
            </a:r>
            <a:r>
              <a:rPr lang="en-US" altLang="zh-CN" dirty="0"/>
              <a:t>. </a:t>
            </a:r>
            <a:r>
              <a:rPr lang="zh-CN" altLang="zh-CN" dirty="0"/>
              <a:t>로컬 지식 베이스와 대형 모델의 결합을 통해</a:t>
            </a:r>
            <a:r>
              <a:rPr lang="en-US" altLang="zh-CN" dirty="0"/>
              <a:t> AI </a:t>
            </a:r>
            <a:r>
              <a:rPr lang="zh-CN" altLang="zh-CN" dirty="0"/>
              <a:t>환각 문제를 해결했으며</a:t>
            </a:r>
            <a:r>
              <a:rPr lang="en-US" altLang="zh-CN" dirty="0"/>
              <a:t>, </a:t>
            </a:r>
            <a:r>
              <a:rPr lang="zh-CN" altLang="zh-CN" dirty="0"/>
              <a:t>자동 분류 및 개인화 추천을 통해 정보 구성의 체계성과 상호 작용의 사용자 친화성을 향상시켰습니다</a:t>
            </a:r>
            <a:r>
              <a:rPr lang="en-US" altLang="zh-CN" dirty="0"/>
              <a:t>.</a:t>
            </a:r>
            <a:endParaRPr lang="zh-CN" altLang="zh-CN" dirty="0"/>
          </a:p>
          <a:p>
            <a:r>
              <a:rPr lang="zh-CN" altLang="zh-CN" dirty="0"/>
              <a:t>下一步的</a:t>
            </a:r>
            <a:r>
              <a:rPr lang="en-US" altLang="zh-CN" dirty="0"/>
              <a:t>"</a:t>
            </a:r>
            <a:r>
              <a:rPr lang="zh-CN" altLang="zh-CN" dirty="0"/>
              <a:t>用户行为预测与属地数据推送</a:t>
            </a:r>
            <a:r>
              <a:rPr lang="en-US" altLang="zh-CN" dirty="0"/>
              <a:t>"</a:t>
            </a:r>
            <a:r>
              <a:rPr lang="zh-CN" altLang="zh-CN" dirty="0"/>
              <a:t>功能，将标志着系统从</a:t>
            </a:r>
            <a:r>
              <a:rPr lang="en-US" altLang="zh-CN" dirty="0"/>
              <a:t>"</a:t>
            </a:r>
            <a:r>
              <a:rPr lang="zh-CN" altLang="zh-CN" dirty="0"/>
              <a:t>被动回答</a:t>
            </a:r>
            <a:r>
              <a:rPr lang="en-US" altLang="zh-CN" dirty="0"/>
              <a:t>"</a:t>
            </a:r>
            <a:r>
              <a:rPr lang="zh-CN" altLang="zh-CN" dirty="0"/>
              <a:t>变为</a:t>
            </a:r>
            <a:r>
              <a:rPr lang="en-US" altLang="zh-CN" dirty="0"/>
              <a:t>"</a:t>
            </a:r>
            <a:r>
              <a:rPr lang="zh-CN" altLang="zh-CN" dirty="0"/>
              <a:t>主动服务</a:t>
            </a:r>
            <a:r>
              <a:rPr lang="en-US" altLang="zh-CN" dirty="0"/>
              <a:t>"</a:t>
            </a:r>
            <a:r>
              <a:rPr lang="zh-CN" altLang="zh-CN" dirty="0"/>
              <a:t>，显著提升信息查询效率与用户体验。</a:t>
            </a:r>
          </a:p>
          <a:p>
            <a:r>
              <a:rPr lang="zh-CN" altLang="zh-CN" dirty="0"/>
              <a:t>다음 단계인</a:t>
            </a:r>
            <a:r>
              <a:rPr lang="en-US" altLang="zh-CN" dirty="0"/>
              <a:t> "</a:t>
            </a:r>
            <a:r>
              <a:rPr lang="zh-CN" altLang="zh-CN" dirty="0"/>
              <a:t>사용자 행동 예측 및 지역 데이터 푸시</a:t>
            </a:r>
            <a:r>
              <a:rPr lang="en-US" altLang="zh-CN" dirty="0"/>
              <a:t>" </a:t>
            </a:r>
            <a:r>
              <a:rPr lang="zh-CN" altLang="zh-CN" dirty="0"/>
              <a:t>기능은 시스템이</a:t>
            </a:r>
            <a:r>
              <a:rPr lang="en-US" altLang="zh-CN" dirty="0"/>
              <a:t> "</a:t>
            </a:r>
            <a:r>
              <a:rPr lang="zh-CN" altLang="zh-CN" dirty="0"/>
              <a:t>수동적 답변</a:t>
            </a:r>
            <a:r>
              <a:rPr lang="en-US" altLang="zh-CN" dirty="0"/>
              <a:t>"</a:t>
            </a:r>
            <a:r>
              <a:rPr lang="zh-CN" altLang="zh-CN" dirty="0"/>
              <a:t>에서</a:t>
            </a:r>
            <a:r>
              <a:rPr lang="en-US" altLang="zh-CN" dirty="0"/>
              <a:t> "</a:t>
            </a:r>
            <a:r>
              <a:rPr lang="zh-CN" altLang="zh-CN" dirty="0"/>
              <a:t>능동적 서비스</a:t>
            </a:r>
            <a:r>
              <a:rPr lang="en-US" altLang="zh-CN" dirty="0"/>
              <a:t>"</a:t>
            </a:r>
            <a:r>
              <a:rPr lang="zh-CN" altLang="zh-CN" dirty="0"/>
              <a:t>로 전환되는 것을 의미하며</a:t>
            </a:r>
            <a:r>
              <a:rPr lang="en-US" altLang="zh-CN" dirty="0"/>
              <a:t>, </a:t>
            </a:r>
            <a:r>
              <a:rPr lang="zh-CN" altLang="zh-CN" dirty="0"/>
              <a:t>정보 검색 효율성과 사용자 경험을 크게 향상시킬 것입니다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0394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E66F080-DC20-A07C-AAD4-64634A7CC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556657"/>
            <a:ext cx="9144000" cy="3292248"/>
          </a:xfrm>
        </p:spPr>
        <p:txBody>
          <a:bodyPr>
            <a:normAutofit fontScale="90000"/>
          </a:bodyPr>
          <a:lstStyle/>
          <a:p>
            <a:r>
              <a:rPr lang="zh-CN" altLang="zh-CN" b="1" dirty="0"/>
              <a:t>报告完毕，感谢查阅！</a:t>
            </a:r>
            <a:br>
              <a:rPr lang="zh-CN" altLang="zh-CN" dirty="0"/>
            </a:br>
            <a:r>
              <a:rPr lang="zh-CN" altLang="zh-CN" b="1" dirty="0"/>
              <a:t>보고서를 마쳤습니다</a:t>
            </a:r>
            <a:r>
              <a:rPr lang="en-US" altLang="zh-CN" b="1" dirty="0"/>
              <a:t>. </a:t>
            </a:r>
            <a:r>
              <a:rPr lang="zh-CN" altLang="zh-CN" b="1" dirty="0"/>
              <a:t>검토해 주셔서 감사합니다</a:t>
            </a:r>
            <a:r>
              <a:rPr lang="en-US" altLang="zh-CN" b="1" dirty="0"/>
              <a:t>!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06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2537</Words>
  <Application>Microsoft Office PowerPoint</Application>
  <PresentationFormat>宽屏</PresentationFormat>
  <Paragraphs>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釜山文旅与设施智能问答系统  부산 문화·관광·시설 지능형 질의응답 시스템</vt:lpstr>
      <vt:lpstr>项目阶段报告：从基础问答到行为预测与数据服务  프로젝트 단계별 보고서: 기본 질의응답에서 행동 예측 및 데이터 서비스까지 </vt:lpstr>
      <vt:lpstr>项目背景与当前已完成步骤  1.프로젝트 배경 및 현재까지 완료된 단계   </vt:lpstr>
      <vt:lpstr>二、当前已完成的核心步骤  2. 현재까지 완료된 핵심 단계  </vt:lpstr>
      <vt:lpstr>PowerPoint 演示文稿</vt:lpstr>
      <vt:lpstr>PowerPoint 演示文稿</vt:lpstr>
      <vt:lpstr>三.当前系统核心成果展示  3.현재 시스템 핵심 성과 전시</vt:lpstr>
      <vt:lpstr>2. 自动化文件分类成果 2. 자동화된 파일 분류 성과 </vt:lpstr>
      <vt:lpstr>3. 个性化推荐成果 3. 개인화 추천 성과 </vt:lpstr>
      <vt:lpstr>项目总结 프로젝트 요약</vt:lpstr>
      <vt:lpstr>报告完毕，感谢查阅！ 보고서를 마쳤습니다. 검토해 주셔서 감사합니다!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海生 罗</dc:creator>
  <cp:lastModifiedBy>海生 罗</cp:lastModifiedBy>
  <cp:revision>3</cp:revision>
  <dcterms:created xsi:type="dcterms:W3CDTF">2026-10-08T03:16:34Z</dcterms:created>
  <dcterms:modified xsi:type="dcterms:W3CDTF">2026-10-08T03:29:35Z</dcterms:modified>
</cp:coreProperties>
</file>