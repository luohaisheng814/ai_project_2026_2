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0C18DD-55F7-8D9B-C1D3-A408A79892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BDD70E5-9313-9654-11E8-358371F319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207A90-4755-1544-F59D-C9331B982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75D9-A225-43FD-AE36-5F850E7D6264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BF9725-D634-917A-3EB0-FBAE8C8A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F72126-609C-2CA9-2DC2-DEF0CD1A5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1C53-5397-43EC-BA37-C903F4197B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8829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D550A-9C69-72D8-C565-DC432DCE7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02444E-6B95-2233-498C-B1DEAC467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FCCCBE-E1F0-3D4A-5A36-C376FA3AB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75D9-A225-43FD-AE36-5F850E7D6264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3DE2D3-EF73-D622-4E78-E1C477944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FEEBA1-2D90-F03A-1232-238E719E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1C53-5397-43EC-BA37-C903F4197B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232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A01660-E2C8-EB52-EBF2-B3D84CFC2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C26D70-77CF-2AE5-6817-68ECD614A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6745DD-76B3-B59C-D17D-233C7C50C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75D9-A225-43FD-AE36-5F850E7D6264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4DBF0E-A77B-88D5-F904-6E2718776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B4C6AE-F208-C228-4E62-E0E706050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1C53-5397-43EC-BA37-C903F4197B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979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1D9E2F-A71D-EE82-818B-A4E589D7B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711025-8F02-FD05-6AD1-A3BD4078C2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B26AA01-A126-91B4-2CC2-95FFDDEAF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1BA951-E945-8713-99E7-C170C2D84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75D9-A225-43FD-AE36-5F850E7D6264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A817C4-DCFE-7AEE-4FB9-B2E0E07C1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C36784-DD83-551D-F449-54E021120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1C53-5397-43EC-BA37-C903F4197B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400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8F2E2B-7F22-D367-DA62-A4CE4AB6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B35FE1-B092-906D-C724-2DB143F80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6C8533-8BDF-5DB3-8403-F612B312B4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99A5F1F-E087-BEE6-CA85-DC5F920E3E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510EDE0-D808-3B95-1B04-96063A0531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8683AC6-030E-4EA3-268F-B36B686A2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75D9-A225-43FD-AE36-5F850E7D6264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B90EC08-F513-1737-9C01-1793F1334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BF94B40-F877-3822-F5B4-CCF2A3556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1C53-5397-43EC-BA37-C903F4197B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0283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AE33AF-E59B-E772-FE26-8AF28B72C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0902CE8-8394-4280-12A8-45404BEE1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75D9-A225-43FD-AE36-5F850E7D6264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2C65FF4-D754-7A20-4115-5FF1B5DFD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C5E8FF0-9C9D-EA69-5E25-E474B4C4C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1C53-5397-43EC-BA37-C903F4197B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710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08DD568-A8E3-9F70-276E-320A3F9CB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75D9-A225-43FD-AE36-5F850E7D6264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66A57F3-1ABE-6BA8-FC1A-1EE4940C7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468660-93EB-16C6-0D64-6E08D5AF7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1C53-5397-43EC-BA37-C903F4197B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9989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8D2312-D022-43E2-E16A-FAC2ED99D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525AD3-E472-2400-9C49-2D88CAC67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A3CB51-36C8-4D2F-A084-3E6061F7C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F5A2C4-6342-B331-C0AA-8B69DF3DC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75D9-A225-43FD-AE36-5F850E7D6264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3FE430-03F9-D730-DFC5-6627CA2B7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724CB2-8776-910F-0ED3-A12EC19CB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1C53-5397-43EC-BA37-C903F4197B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647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770FED-240A-7148-C17C-E64F1ABE5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7720D4A-6FF4-0F40-9245-BBDB4021136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16FEA9-E713-4D34-E306-A0EE1FCC7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A63529-E96B-7AB4-8B81-965A48349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75D9-A225-43FD-AE36-5F850E7D6264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1C217F-4455-B9C4-1A2F-FAB8941E5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A505D3-74CA-96E2-98E8-47C2A4BE6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1C53-5397-43EC-BA37-C903F4197B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427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3CB6B2-1D8C-EB2B-550B-2AD76CD24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727007-1209-96CF-5F35-617852DBE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1BC9E0-4241-E383-8A8A-D513B029F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75D9-A225-43FD-AE36-5F850E7D6264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B33883-DD4B-3285-90D0-1B6D5B4CA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9296C0-088F-12C2-4455-2B05E9C63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1C53-5397-43EC-BA37-C903F4197B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794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99379E8-FF1D-96B5-C61B-FF993F7A3E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03C01D-03D2-7292-563E-712A465C80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446E5F-CC63-DDEF-31AD-FF0FBD7A4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875D9-A225-43FD-AE36-5F850E7D6264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708DFC-7006-721C-5B85-51E88F372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9B1546-8C4D-B814-86D3-D1C879196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1C53-5397-43EC-BA37-C903F4197B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326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282479D-4295-BCD1-E2A8-5F4233D6F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03B2B8-91C0-07CA-9589-47DAD126C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481D11-20FF-E6E1-F3E4-EA76097881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5875D9-A225-43FD-AE36-5F850E7D6264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E97C91-B965-BDC9-926C-E4FE5A1D3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E71C21-2237-8628-A46B-FD0108821E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A31C53-5397-43EC-BA37-C903F4197B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427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D2767F-B36F-AA41-8E73-49C8E2DF0D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对话问答系统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1AD9552-00B7-AB16-B2D1-4835A6B98B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目标人群：来韩国釜山旅游，留学的，帮助他们快速适应釜山的生活和了解釜山各地方的外国人士</a:t>
            </a:r>
          </a:p>
        </p:txBody>
      </p:sp>
    </p:spTree>
    <p:extLst>
      <p:ext uri="{BB962C8B-B14F-4D97-AF65-F5344CB8AC3E}">
        <p14:creationId xmlns:p14="http://schemas.microsoft.com/office/powerpoint/2010/main" val="69191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CC34303A-34EE-1FC0-AC3D-110B41465334}"/>
              </a:ext>
            </a:extLst>
          </p:cNvPr>
          <p:cNvSpPr txBox="1"/>
          <p:nvPr/>
        </p:nvSpPr>
        <p:spPr>
          <a:xfrm>
            <a:off x="2311923" y="751344"/>
            <a:ext cx="671895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序号	韩文	中文	洞数	人口	面积</a:t>
            </a:r>
            <a:r>
              <a:rPr lang="en-US" altLang="ko-KR" dirty="0"/>
              <a:t>(km²)</a:t>
            </a:r>
          </a:p>
          <a:p>
            <a:r>
              <a:rPr lang="en-US" altLang="ko-KR" dirty="0"/>
              <a:t>1	</a:t>
            </a:r>
            <a:r>
              <a:rPr lang="ko-KR" altLang="en-US" dirty="0"/>
              <a:t>중구	中区​	</a:t>
            </a:r>
            <a:r>
              <a:rPr lang="en-US" altLang="ko-KR" dirty="0"/>
              <a:t>9	40,346	3.01</a:t>
            </a:r>
          </a:p>
          <a:p>
            <a:r>
              <a:rPr lang="en-US" altLang="ko-KR" dirty="0"/>
              <a:t>2	</a:t>
            </a:r>
            <a:r>
              <a:rPr lang="ko-KR" altLang="en-US" dirty="0"/>
              <a:t>서구	西区​	</a:t>
            </a:r>
            <a:r>
              <a:rPr lang="en-US" altLang="ko-KR" dirty="0"/>
              <a:t>13	106,194	13.98</a:t>
            </a:r>
          </a:p>
          <a:p>
            <a:r>
              <a:rPr lang="en-US" altLang="ko-KR" dirty="0"/>
              <a:t>3	</a:t>
            </a:r>
            <a:r>
              <a:rPr lang="ko-KR" altLang="en-US" dirty="0"/>
              <a:t>동구	东区​	</a:t>
            </a:r>
            <a:r>
              <a:rPr lang="en-US" altLang="ko-KR" dirty="0"/>
              <a:t>12	88,412	10.12</a:t>
            </a:r>
          </a:p>
          <a:p>
            <a:r>
              <a:rPr lang="en-US" altLang="ko-KR" dirty="0"/>
              <a:t>4	</a:t>
            </a:r>
            <a:r>
              <a:rPr lang="ko-KR" altLang="en-US" dirty="0"/>
              <a:t>영도구	影岛区​	</a:t>
            </a:r>
            <a:r>
              <a:rPr lang="en-US" altLang="ko-KR" dirty="0"/>
              <a:t>11	106,515	14.20</a:t>
            </a:r>
          </a:p>
          <a:p>
            <a:r>
              <a:rPr lang="en-US" altLang="ko-KR" dirty="0"/>
              <a:t>5	</a:t>
            </a:r>
            <a:r>
              <a:rPr lang="ko-KR" altLang="en-US" dirty="0"/>
              <a:t>부산진구	釜山镇区​	</a:t>
            </a:r>
            <a:r>
              <a:rPr lang="en-US" altLang="ko-KR" dirty="0"/>
              <a:t>20	362,839	29.67</a:t>
            </a:r>
          </a:p>
          <a:p>
            <a:r>
              <a:rPr lang="en-US" altLang="ko-KR" dirty="0"/>
              <a:t>6	</a:t>
            </a:r>
            <a:r>
              <a:rPr lang="ko-KR" altLang="en-US" dirty="0"/>
              <a:t>동래구	东莱区​	</a:t>
            </a:r>
            <a:r>
              <a:rPr lang="en-US" altLang="ko-KR" dirty="0"/>
              <a:t>13	275,848	16.63</a:t>
            </a:r>
          </a:p>
          <a:p>
            <a:r>
              <a:rPr lang="en-US" altLang="ko-KR" dirty="0"/>
              <a:t>7	</a:t>
            </a:r>
            <a:r>
              <a:rPr lang="ko-KR" altLang="en-US" dirty="0"/>
              <a:t>남구	南区​	</a:t>
            </a:r>
            <a:r>
              <a:rPr lang="en-US" altLang="ko-KR" dirty="0"/>
              <a:t>17	262,318	26.82</a:t>
            </a:r>
          </a:p>
          <a:p>
            <a:r>
              <a:rPr lang="en-US" altLang="ko-KR" dirty="0"/>
              <a:t>8	</a:t>
            </a:r>
            <a:r>
              <a:rPr lang="ko-KR" altLang="en-US" dirty="0"/>
              <a:t>북구	北区​	</a:t>
            </a:r>
            <a:r>
              <a:rPr lang="en-US" altLang="ko-KR" dirty="0"/>
              <a:t>13	270,127	39.37</a:t>
            </a:r>
          </a:p>
          <a:p>
            <a:r>
              <a:rPr lang="en-US" altLang="ko-KR" dirty="0"/>
              <a:t>9	</a:t>
            </a:r>
            <a:r>
              <a:rPr lang="ko-KR" altLang="en-US" dirty="0"/>
              <a:t>해운대구	海云台区​	</a:t>
            </a:r>
            <a:r>
              <a:rPr lang="en-US" altLang="ko-KR" dirty="0"/>
              <a:t>18	381,936	51.54</a:t>
            </a:r>
          </a:p>
          <a:p>
            <a:r>
              <a:rPr lang="en-US" altLang="ko-KR" dirty="0"/>
              <a:t>10	</a:t>
            </a:r>
            <a:r>
              <a:rPr lang="ko-KR" altLang="en-US" dirty="0"/>
              <a:t>사하구	沙下区​	</a:t>
            </a:r>
            <a:r>
              <a:rPr lang="en-US" altLang="ko-KR" dirty="0"/>
              <a:t>16	298,201	41.78</a:t>
            </a:r>
          </a:p>
          <a:p>
            <a:r>
              <a:rPr lang="en-US" altLang="ko-KR" dirty="0"/>
              <a:t>11	</a:t>
            </a:r>
            <a:r>
              <a:rPr lang="ko-KR" altLang="en-US" dirty="0"/>
              <a:t>금정구	金井区​	</a:t>
            </a:r>
            <a:r>
              <a:rPr lang="en-US" altLang="ko-KR" dirty="0"/>
              <a:t>16	214,922	65.28</a:t>
            </a:r>
          </a:p>
          <a:p>
            <a:r>
              <a:rPr lang="en-US" altLang="ko-KR" dirty="0"/>
              <a:t>12	</a:t>
            </a:r>
            <a:r>
              <a:rPr lang="ko-KR" altLang="en-US" dirty="0"/>
              <a:t>강서구	江西区​	</a:t>
            </a:r>
            <a:r>
              <a:rPr lang="en-US" altLang="ko-KR" dirty="0"/>
              <a:t>8	149,982	182.16</a:t>
            </a:r>
          </a:p>
          <a:p>
            <a:r>
              <a:rPr lang="en-US" altLang="ko-KR" dirty="0"/>
              <a:t>13	</a:t>
            </a:r>
            <a:r>
              <a:rPr lang="ko-KR" altLang="en-US" dirty="0"/>
              <a:t>연제구	莲堤区​	</a:t>
            </a:r>
            <a:r>
              <a:rPr lang="en-US" altLang="ko-KR" dirty="0"/>
              <a:t>12	213,732	12.11</a:t>
            </a:r>
          </a:p>
          <a:p>
            <a:r>
              <a:rPr lang="en-US" altLang="ko-KR" dirty="0"/>
              <a:t>14	</a:t>
            </a:r>
            <a:r>
              <a:rPr lang="ko-KR" altLang="en-US" dirty="0"/>
              <a:t>수영구	水营区​	</a:t>
            </a:r>
            <a:r>
              <a:rPr lang="en-US" altLang="ko-KR" dirty="0"/>
              <a:t>10	174,124	10.22</a:t>
            </a:r>
          </a:p>
          <a:p>
            <a:r>
              <a:rPr lang="en-US" altLang="ko-KR" dirty="0"/>
              <a:t>15	</a:t>
            </a:r>
            <a:r>
              <a:rPr lang="ko-KR" altLang="en-US" dirty="0"/>
              <a:t>사상구	沙上区​	</a:t>
            </a:r>
            <a:r>
              <a:rPr lang="en-US" altLang="ko-KR" dirty="0"/>
              <a:t>12	205,618	36.10</a:t>
            </a:r>
          </a:p>
          <a:p>
            <a:r>
              <a:rPr lang="en-US" altLang="ko-KR" dirty="0"/>
              <a:t>16	</a:t>
            </a:r>
            <a:r>
              <a:rPr lang="ko-KR" altLang="en-US" dirty="0"/>
              <a:t>기장군	机张郡​	</a:t>
            </a:r>
            <a:r>
              <a:rPr lang="en-US" altLang="ko-KR" dirty="0"/>
              <a:t>5	178,774	218.34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4189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9CEE51C9-255B-103E-107E-0C45B8E90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491" y="166872"/>
            <a:ext cx="10515600" cy="1325563"/>
          </a:xfrm>
        </p:spPr>
        <p:txBody>
          <a:bodyPr/>
          <a:lstStyle/>
          <a:p>
            <a:pPr algn="ctr"/>
            <a:r>
              <a:rPr lang="zh-CN" altLang="en-US" dirty="0"/>
              <a:t>目录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9A4ED82-6470-1A92-FBE8-24B83C11B4D4}"/>
              </a:ext>
            </a:extLst>
          </p:cNvPr>
          <p:cNvSpPr txBox="1"/>
          <p:nvPr/>
        </p:nvSpPr>
        <p:spPr>
          <a:xfrm>
            <a:off x="496404" y="1499744"/>
            <a:ext cx="664797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一、搜集韩国釜山各市区景点与公共设施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（例如：银行，政府，学校等）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8892DE-8942-642E-DAEF-B6A68061BAB3}"/>
              </a:ext>
            </a:extLst>
          </p:cNvPr>
          <p:cNvSpPr txBox="1"/>
          <p:nvPr/>
        </p:nvSpPr>
        <p:spPr>
          <a:xfrm>
            <a:off x="496404" y="2712822"/>
            <a:ext cx="105977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二、编写项目代码，链接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，添加目标内容做对话与知识检索测试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7A69130-BB4D-E310-5462-0F35C21A9AF0}"/>
              </a:ext>
            </a:extLst>
          </p:cNvPr>
          <p:cNvSpPr txBox="1"/>
          <p:nvPr/>
        </p:nvSpPr>
        <p:spPr>
          <a:xfrm>
            <a:off x="537491" y="3484987"/>
            <a:ext cx="1167499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三、通过测试后，开始进行景点的分类整理代码编写等各种项目功能的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创作，并做添加新的代码后的相关测试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（例如：将各市区的博物馆，水族馆，学校分别整理到不同的类别中）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A5B6C8C-9CFB-4BAB-2003-8F0B82A798CB}"/>
              </a:ext>
            </a:extLst>
          </p:cNvPr>
          <p:cNvSpPr txBox="1"/>
          <p:nvPr/>
        </p:nvSpPr>
        <p:spPr>
          <a:xfrm>
            <a:off x="496404" y="5203793"/>
            <a:ext cx="116955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四、总结、分析项目代码是否完成预期目标，是否需要添加、减少内容等，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完成后写期末报告</a:t>
            </a:r>
          </a:p>
        </p:txBody>
      </p:sp>
    </p:spTree>
    <p:extLst>
      <p:ext uri="{BB962C8B-B14F-4D97-AF65-F5344CB8AC3E}">
        <p14:creationId xmlns:p14="http://schemas.microsoft.com/office/powerpoint/2010/main" val="1715158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22606-CEFF-EA33-5258-DDBF5DE8B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搜集信息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EF259F-80BB-F797-2519-B17D69E23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15128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009C4C-3612-646D-3B95-81D99D65A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F58CC8-65E5-01F7-B8B7-9A988E75D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3511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C968C4-25E6-59C6-F0C6-02D214AF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DDA602-998B-DF7F-97B4-14307C5EE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2097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8BFDAE-DF22-5BCC-104A-0F9881740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C606BD-028D-F88F-D233-DBBD6B78A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36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442</Words>
  <Application>Microsoft Office PowerPoint</Application>
  <PresentationFormat>宽屏</PresentationFormat>
  <Paragraphs>29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等线 Light</vt:lpstr>
      <vt:lpstr>微软雅黑</vt:lpstr>
      <vt:lpstr>Arial</vt:lpstr>
      <vt:lpstr>Office 主题​​</vt:lpstr>
      <vt:lpstr>对话问答系统</vt:lpstr>
      <vt:lpstr>PowerPoint 演示文稿</vt:lpstr>
      <vt:lpstr>目录</vt:lpstr>
      <vt:lpstr>搜集信息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海生 罗</dc:creator>
  <cp:lastModifiedBy>海生 罗</cp:lastModifiedBy>
  <cp:revision>2</cp:revision>
  <dcterms:created xsi:type="dcterms:W3CDTF">2026-10-01T03:12:52Z</dcterms:created>
  <dcterms:modified xsi:type="dcterms:W3CDTF">2026-10-01T04:53:34Z</dcterms:modified>
</cp:coreProperties>
</file>